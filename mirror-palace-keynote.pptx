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6C5CE7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MIRROR PALACE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 Agents How You Work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4ECDC4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[Speaker Name]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Cognitive Framework Toolkit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remembers your projects.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remember your patterns.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65760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657600" cy="54864"/>
          </a:xfrm>
          <a:prstGeom prst="rect">
            <a:avLst/>
          </a:prstGeom>
          <a:solidFill>
            <a:srgbClr val="9999B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deadlines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events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repositories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2377440"/>
            <a:ext cx="365760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377440"/>
            <a:ext cx="3657600" cy="54864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060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SELF-KNOWLEDGE MEMORY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20640" y="31089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patterns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triggers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rhythms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dynamics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154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27432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801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understands HOW you operate can do more in a 3-minute briefing than a task manager does in a year.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more data. Better interpretation.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MIRROR PALACE 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cognitive framework toolkit for AI agents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920240" cy="4572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55448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554480"/>
            <a:ext cx="192024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260604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Archetypes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55448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554480"/>
            <a:ext cx="1920240" cy="457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475488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Domains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155448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554480"/>
            <a:ext cx="1920240" cy="4572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373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18"/>
          <p:cNvSpPr/>
          <p:nvPr/>
        </p:nvSpPr>
        <p:spPr>
          <a:xfrm>
            <a:off x="690372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3383280"/>
            <a:ext cx="1920240" cy="1280160"/>
          </a:xfrm>
          <a:prstGeom prst="rect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frameworks across 15 categories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606040" y="3383280"/>
            <a:ext cx="1920240" cy="1280160"/>
          </a:xfrm>
          <a:prstGeom prst="rect">
            <a:avLst/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260604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269748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life domains, people, decisions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754880" y="3383280"/>
            <a:ext cx="1920240" cy="1280160"/>
          </a:xfrm>
          <a:prstGeom prst="rect">
            <a:avLst/>
          </a:prstGeom>
          <a:solidFill>
            <a:srgbClr val="6C5CE7">
              <a:alpha val="15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475488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84632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archetypes monitoring your data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903720" y="3383280"/>
            <a:ext cx="1920240" cy="1280160"/>
          </a:xfrm>
          <a:prstGeom prst="rect">
            <a:avLst/>
          </a:prstGeom>
          <a:solidFill>
            <a:srgbClr val="FFD93D">
              <a:alpha val="15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90372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99516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Setup, Create skills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23774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96596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patterns. See what's actually happening.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1965960" cy="23774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88720"/>
            <a:ext cx="1965960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9"/>
          <p:cNvSpPr/>
          <p:nvPr/>
        </p:nvSpPr>
        <p:spPr>
          <a:xfrm>
            <a:off x="251460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874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51760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space. Respond rather than react.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188720"/>
            <a:ext cx="1965960" cy="23774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1188720"/>
            <a:ext cx="196596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8745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92040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service of both yourself and others.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95160" y="1188720"/>
            <a:ext cx="1965960" cy="23774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95160" y="1188720"/>
            <a:ext cx="196596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19"/>
          <p:cNvSpPr/>
          <p:nvPr/>
        </p:nvSpPr>
        <p:spPr>
          <a:xfrm>
            <a:off x="699516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18745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132320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life worth living, not just understood.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224028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BB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448056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BB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672084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BB"/>
                </a:solidFill>
              </a:rPr>
              <a:t>→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prescribes a vision of the good life. It helps you discover your own.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LIBRARY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frameworks across 15 categories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566928"/>
          </a:xfrm>
          <a:prstGeom prst="rect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97480" cy="566928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Psych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697480" cy="566928"/>
          </a:xfrm>
          <a:prstGeom prst="rect">
            <a:avLst/>
          </a:prstGeom>
          <a:solidFill>
            <a:srgbClr val="6C5CE7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Therapy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1947672"/>
            <a:ext cx="2697480" cy="566928"/>
          </a:xfrm>
          <a:prstGeom prst="rect">
            <a:avLst/>
          </a:prstGeom>
          <a:solidFill>
            <a:srgbClr val="FFD93D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947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Function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1947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1947672"/>
            <a:ext cx="2697480" cy="566928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1947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Recovery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1947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947672"/>
            <a:ext cx="2697480" cy="566928"/>
          </a:xfrm>
          <a:prstGeom prst="rect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947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1947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660904"/>
            <a:ext cx="2697480" cy="566928"/>
          </a:xfrm>
          <a:prstGeom prst="rect">
            <a:avLst/>
          </a:prstGeom>
          <a:solidFill>
            <a:srgbClr val="6C5CE7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6609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266090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7560" y="2660904"/>
            <a:ext cx="2697480" cy="566928"/>
          </a:xfrm>
          <a:prstGeom prst="rect">
            <a:avLst/>
          </a:prstGeom>
          <a:solidFill>
            <a:srgbClr val="FFD93D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6609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Defense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66090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2660904"/>
            <a:ext cx="2697480" cy="566928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6609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266090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3374136"/>
            <a:ext cx="2697480" cy="566928"/>
          </a:xfrm>
          <a:prstGeom prst="rect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3741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Epistemology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68880" y="33741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37560" y="3374136"/>
            <a:ext cx="2697480" cy="566928"/>
          </a:xfrm>
          <a:prstGeom prst="rect">
            <a:avLst/>
          </a:prstGeom>
          <a:solidFill>
            <a:srgbClr val="6C5CE7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33741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3741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7920" y="3374136"/>
            <a:ext cx="2697480" cy="566928"/>
          </a:xfrm>
          <a:prstGeom prst="rect">
            <a:avLst/>
          </a:prstGeom>
          <a:solidFill>
            <a:srgbClr val="FFD93D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33741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33741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4087368"/>
            <a:ext cx="2697480" cy="566928"/>
          </a:xfrm>
          <a:prstGeom prst="rect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0873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68880" y="40873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37560" y="4087368"/>
            <a:ext cx="2697480" cy="566928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0" y="40873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40873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4087368"/>
            <a:ext cx="2697480" cy="566928"/>
          </a:xfrm>
          <a:prstGeom prst="rect">
            <a:avLst/>
          </a:prstGeom>
          <a:solidFill>
            <a:srgbClr val="6C5CE7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40873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Practice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29600" y="40873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DEEP DIVE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64008" cy="84124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Minimization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yourself to age 80. Ask which decision you'd regret NOT making.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4124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64008" cy="8412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Detection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Therapy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cognitive distortions in real-time: catastrophizing, all-or-nothing, should-statements.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4124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64008" cy="84124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 Survival Types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Recovery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stress responses to Fight, Flight, Freeze, or Fawn. Explains disproportionate reactions.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framework has 4 files: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4069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theory.md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explanation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4069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template.md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 worksheet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4069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agent-prompt.md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snippet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4069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4389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metadata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life domains with Red / Yellow / Green scoring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5760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Finances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rate, runway, income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234440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234440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&amp;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78040" y="1234440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type, stage, leverage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947672"/>
            <a:ext cx="54864" cy="57607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947672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1947672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Fitness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1947672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exercise, energy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947672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1947672"/>
            <a:ext cx="54864" cy="57607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947672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947672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&amp; Recreation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1947672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type, recharge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60904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660904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660904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2660904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2660904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work, friction level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660904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2660904"/>
            <a:ext cx="54864" cy="5760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660904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2660904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78040" y="2660904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role, belonging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374136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374136"/>
            <a:ext cx="54864" cy="57607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374136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88720" y="337413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Friends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34640" y="337413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Contact, reciprocity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374136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3374136"/>
            <a:ext cx="54864" cy="57607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374136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32120" y="337413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&amp; Love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78040" y="3374136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growth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087368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087368"/>
            <a:ext cx="54864" cy="57607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087368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88720" y="4087368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Growth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834640" y="4087368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integration level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4087368"/>
            <a:ext cx="4114800" cy="5760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1" name="Shape 49"/>
          <p:cNvSpPr/>
          <p:nvPr/>
        </p:nvSpPr>
        <p:spPr>
          <a:xfrm>
            <a:off x="4800600" y="4087368"/>
            <a:ext cx="54864" cy="5760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2" name="Text 50"/>
          <p:cNvSpPr/>
          <p:nvPr/>
        </p:nvSpPr>
        <p:spPr>
          <a:xfrm>
            <a:off x="4983480" y="4087368"/>
            <a:ext cx="548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532120" y="4087368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178040" y="4087368"/>
            <a:ext cx="1645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Practice, frequency, depth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RECORDS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tracked with: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011680"/>
            <a:ext cx="3474720" cy="347472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011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9456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they support you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2450592"/>
            <a:ext cx="3474720" cy="347472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4505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194560" y="2450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they push you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2889504"/>
            <a:ext cx="3474720" cy="347472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889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94560" y="2889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give back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3328416"/>
            <a:ext cx="3474720" cy="347472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3284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94560" y="3328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provide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3767328"/>
            <a:ext cx="3474720" cy="347472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767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Unmet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194560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43000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8640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LEDGER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tracked with: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0" y="2011680"/>
            <a:ext cx="3474720" cy="347472"/>
          </a:xfrm>
          <a:prstGeom prst="rect">
            <a:avLst/>
          </a:prstGeom>
          <a:solidFill>
            <a:srgbClr val="FFD93D">
              <a:alpha val="8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5212080" y="2011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49224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Decided / Revisiting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029200" y="2450592"/>
            <a:ext cx="3474720" cy="347472"/>
          </a:xfrm>
          <a:prstGeom prst="rect">
            <a:avLst/>
          </a:prstGeom>
          <a:solidFill>
            <a:srgbClr val="FFD93D">
              <a:alpha val="8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5212080" y="24505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492240" y="2450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door or two-way?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029200" y="2889504"/>
            <a:ext cx="3474720" cy="347472"/>
          </a:xfrm>
          <a:prstGeom prst="rect">
            <a:avLst/>
          </a:prstGeom>
          <a:solidFill>
            <a:srgbClr val="FFD93D">
              <a:alpha val="8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5212080" y="28895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Affected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492240" y="28895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awareness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5029200" y="3328416"/>
            <a:ext cx="3474720" cy="347472"/>
          </a:xfrm>
          <a:prstGeom prst="rect">
            <a:avLst/>
          </a:prstGeom>
          <a:solidFill>
            <a:srgbClr val="FFD93D">
              <a:alpha val="800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5212080" y="33284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Links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492240" y="3328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life areas impacted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5029200" y="3767328"/>
            <a:ext cx="3474720" cy="347472"/>
          </a:xfrm>
          <a:prstGeom prst="rect">
            <a:avLst/>
          </a:prstGeom>
          <a:solidFill>
            <a:srgbClr val="FFD93D">
              <a:alpha val="8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5212080" y="3767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Check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492240" y="3767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self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AGENT ARCHETYPES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across weeks. Like a letter from a friend who knows you deeply.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9748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things that matter today." Sharp chief of staff. State-paced intensity.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9748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said X. You did Y." Terse, factual, no judgment. Tracks streaks &amp; gaps.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9748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2697480" cy="45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changes across repos, docs, status. Flags drift. Methodical completist.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9748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26080"/>
            <a:ext cx="269748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pipelines. Flags stalls. Asks "who else does this matter to?" Strategic, direct.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9748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69748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ops. Watches signals, drafts responses. Operational, brief.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LEARNS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 Skill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0" cy="731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73152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Journals, notes, plans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3200400" cy="731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920240"/>
            <a:ext cx="54864" cy="7315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8872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interview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3200400" cy="731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2834640"/>
            <a:ext cx="54864" cy="7315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Services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8872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Calendar, Slack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749040"/>
            <a:ext cx="3200400" cy="731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6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Analysis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8872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config files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931920" y="1645920"/>
            <a:ext cx="1463040" cy="1645920"/>
          </a:xfrm>
          <a:prstGeom prst="rect">
            <a:avLst/>
          </a:prstGeom>
          <a:solidFill>
            <a:srgbClr val="FFD93D">
              <a:alpha val="15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82880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9319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Match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669280" y="1097280"/>
            <a:ext cx="3017520" cy="640080"/>
          </a:xfrm>
          <a:prstGeom prst="rect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585216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domains populated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669280" y="1965960"/>
            <a:ext cx="3017520" cy="640080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585216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records created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669280" y="2834640"/>
            <a:ext cx="3017520" cy="640080"/>
          </a:xfrm>
          <a:prstGeom prst="rect">
            <a:avLst/>
          </a:prstGeom>
          <a:solidFill>
            <a:srgbClr val="6C5CE7">
              <a:alpha val="12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85216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profiles started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669280" y="3703320"/>
            <a:ext cx="3017520" cy="640080"/>
          </a:xfrm>
          <a:prstGeom prst="rect">
            <a:avLst/>
          </a:prstGeom>
          <a:solidFill>
            <a:srgbClr val="FFD93D">
              <a:alpha val="12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585216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recommendations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65760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93D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534924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93D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 LEARNING LOOP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a data point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9748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a signal in conversation and proposes a 1-line update to the relevant status domain, people record, or decision.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9748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269748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with a simple yes/no. No forms, no friction. Skip if it doesn't resonate.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9748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269748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5146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writes the update. Over weeks and months, builds a progressively richer model of who you are.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BB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BB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is mandatory. The system proposes. You confirm or skip.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502920"/>
          </a:xfrm>
          <a:prstGeom prst="rect">
            <a:avLst/>
          </a:prstGeom>
          <a:solidFill>
            <a:srgbClr val="9999B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5029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PALACE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931920" cy="47548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problems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931920" cy="475488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problems AND thriving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3931920" cy="47548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756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others do for you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75688"/>
            <a:ext cx="3931920" cy="475488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0756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you give AND receive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3931920" cy="47548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426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analyze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42616"/>
            <a:ext cx="3931920" cy="475488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426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state, back off when needed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3931920" cy="47548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9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endlessly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9544"/>
            <a:ext cx="3931920" cy="475488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09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enough is enough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76472"/>
            <a:ext cx="3931920" cy="47548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764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Self-focused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776472"/>
            <a:ext cx="3931920" cy="475488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7764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Stakeholder-aware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3931920" cy="47548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43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as the goal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343400"/>
            <a:ext cx="3931920" cy="475488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343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in service of a fulfilling life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PRACTICE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274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/ 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69164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0" y="1143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that matter today. Leads with what's working. Adjusts intensity to your energy.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00584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005840"/>
            <a:ext cx="54864" cy="169164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001000" y="1143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1645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evening review. What happened vs what was planned? What did you learn?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88036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880360"/>
            <a:ext cx="54864" cy="169164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65760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8580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actually doing? State read before analysis. Naming is sometimes enough.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00600" y="288036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00600" y="2880360"/>
            <a:ext cx="54864" cy="169164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632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of the Day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00100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surfaced based on current patterns. Read the theory, apply the template.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Claude Code and OpenClaw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66160" cy="384048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references Mirror Palace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566160" cy="384048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06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 learning hooks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566160" cy="384048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08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deployed archetypes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3566160" cy="384048"/>
          </a:xfrm>
          <a:prstGeom prst="rect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 memory 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ECDC4"/>
                </a:solidFill>
              </a:rPr>
              <a:t>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5196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51960" y="3017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71600"/>
            <a:ext cx="3931920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PALACE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2103120"/>
            <a:ext cx="3566160" cy="384048"/>
          </a:xfrm>
          <a:prstGeom prst="rect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103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frameworks/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knowledge layer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606040"/>
            <a:ext cx="3566160" cy="384048"/>
          </a:xfrm>
          <a:prstGeom prst="rect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06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status/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life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108960"/>
            <a:ext cx="3566160" cy="384048"/>
          </a:xfrm>
          <a:prstGeom prst="rect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108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archetypes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611880"/>
            <a:ext cx="3566160" cy="384048"/>
          </a:xfrm>
          <a:prstGeom prst="rect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scan + setup + create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FFD93D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when "I'll start Monday" means "I'm avoiding this."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calendar fills up, it's not ambition. It's over-commitment.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59152"/>
            <a:ext cx="54864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59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go quiet in relationships, it's a pattern, not a preference.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80944"/>
            <a:ext cx="54864" cy="5029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809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compare yourself to others, your self-worth is untethered from your actual work.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22960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602736"/>
            <a:ext cx="54864" cy="5029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0273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start something new with intense energy, the follow-through is the real test.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224528"/>
            <a:ext cx="54864" cy="5029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knowledge, structured and continuously updated, turns an assistant into a thinking partner.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4ECDC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C5CE7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that actually understand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humans they serve.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743200" y="3108960"/>
            <a:ext cx="3657600" cy="594360"/>
          </a:xfrm>
          <a:prstGeom prst="rect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3108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·  MIT Licensed  ·  GitHub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[github.com/your-repo/mirror-palace]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Mirror Palace: Teaching AI Agents How You Work</dc:title>
  <dc:subject>PptxGenJS Presentation</dc:subject>
  <dc:creator>Taylor O'Neal</dc:creator>
  <cp:lastModifiedBy>Taylor O'Neal</cp:lastModifiedBy>
  <cp:revision>1</cp:revision>
  <dcterms:created xsi:type="dcterms:W3CDTF">2026-04-16T13:44:21Z</dcterms:created>
  <dcterms:modified xsi:type="dcterms:W3CDTF">2026-04-16T13:44:21Z</dcterms:modified>
</cp:coreProperties>
</file>